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Customers per Cluster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Cluster 0</c:v>
                  </c:pt>
                  <c:pt idx="1">
                    <c:v>Cluster 1</c:v>
                  </c:pt>
                  <c:pt idx="2">
                    <c:v>Cluster 2</c:v>
                  </c:pt>
                  <c:pt idx="3">
                    <c:v>Cluster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728</c:v>
                </c:pt>
                <c:pt idx="1">
                  <c:v>1356</c:v>
                </c:pt>
                <c:pt idx="2">
                  <c:v>908</c:v>
                </c:pt>
                <c:pt idx="3">
                  <c:v>1346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137160" cy="2926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SEGMENTATION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RFM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Dataset  |  2010 – 2011  |  541,909 Transactions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 •  Frequency  •  Monetary  •  K-Means Clustering  •  Power BI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8346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retail customers based on purchase behavior using RFM analysis and K-Means clustering.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8346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Dataset — 541,909 rows, 8 columns, UK-based gift retailer (Dec 2010 – Dec 2011).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8346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customer segments identified. Power BI dashboard built for business decision-making.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RFM ANALYSIS?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640080" cy="8229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1097280"/>
            <a:ext cx="7772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481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since the customer's last purchase?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 (recently active customer)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64008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51560" y="2286000"/>
            <a:ext cx="7772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has the customer purchased in the period?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(loyal, repeat buyer)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64008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204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051560" y="3474720"/>
            <a:ext cx="7772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858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total money has the customer spent?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(high-value customer)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UCI ONLINE RETAIL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0116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48840"/>
          <a:ext cx="859536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566928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InvoiceNo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Unique transaction ID (starts with C = cancellation)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StockCode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Unique product 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Quantity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Units purchased per transaction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InvoiceDate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DateTime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Date &amp; time of transaction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UnitPrice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Decimal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Price per unit in Sterling (£)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CustomerID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Unique customer identifier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Customer's country of residence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UCI Online Retail Excel file into Pandas DataFrame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39112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21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nulls, duplicates, cancellations (InvoiceNo starting with C), negative values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2666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26664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095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0723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438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TotalPrice = Quantity × UnitPrice column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01421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14216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970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0599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Calculation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42569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Recency, Frequency, Monetary per CustomerID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051560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234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each metric 1–5 using quantile-based binning (qcut)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039112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039112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221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20848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4505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9 segments (Champions, Loyal, At Risk, etc.)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02666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026664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2095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57800" y="30723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438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→ K=4 clusters using scipy.cluster.vq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401421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4014216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1970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57800" y="40599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442569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3 pages with charts, heatmap, scatter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— RESULTS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1097280"/>
                <a:gridCol w="2743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Champions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4-5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4-5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4-5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Reward &amp; upsell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98DB"/>
                          </a:solidFill>
                        </a:rPr>
                        <a:t>Loyal Customers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Loyalty programs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</a:rPr>
                        <a:t>Potential Loyalists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Nurture &amp; engage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BC9C"/>
                          </a:solidFill>
                        </a:rPr>
                        <a:t>New Customers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4-5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Onboarding offers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</a:rPr>
                        <a:t>About To Sleep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Re-engagement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At 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Win-back campaigns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Cannot Lose Them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4-5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4-5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Urgent outreach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5A5A6"/>
                          </a:solidFill>
                        </a:rPr>
                        <a:t>Hibernating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Discount offers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F8C8D"/>
                          </a:solidFill>
                        </a:rPr>
                        <a:t>Lost Customers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Last-chance email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RESULTS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515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37760" y="105156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 —  VIP / Champions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 customers  |  Recency: High  |  Frequency: High  |  Monetary: High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37760" y="20116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2011680"/>
            <a:ext cx="109728" cy="822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 —  Lost / Inactive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2064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1,356 customers  |  Recency: Low  |  Frequency: Low  |  Monetary: Low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37760" y="297180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971800"/>
            <a:ext cx="109728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 —  Loyal / Regular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908 customers  |  Recency: Medium  |  Frequency: Medium  |  Monetary: Medium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37760" y="393192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37760" y="3931920"/>
            <a:ext cx="109728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 —  At Risk / Sleeping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2064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1,346 customers  |  Recency: Medium  |  Frequency: Low  |  Monetary: 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Champions (Top Segment)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R, F, M scores. These customers buy frequently, recently, and spend the most. Reward them with exclusive offers and early product access.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42062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Cannot Lose Them (Critical)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 and monetary but haven't purchased recently. Urgent win-back campaign needed — they are extremely valuable but going cold.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4206240" cy="41148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💤  Lost &amp; Hibernating (37%)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747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one-third of customers are inactive. Low-cost email campaigns with strong discounts may reactivate a portion of this segment.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Growth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 and New Customers show recent activity. Personalized onboarding and loyalty programs can convert them to Champions.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371600"/>
            <a:ext cx="9144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Segmentation &amp; RFM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Online Retail  |  Tools: Python, Power BI  |  Method: RFM + K-Means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Segmentation &amp; RFM Analysis</dc:title>
  <dc:subject>PptxGenJS Presentation</dc:subject>
  <dc:creator>Data Science Project</dc:creator>
  <cp:lastModifiedBy>Data Science Project</cp:lastModifiedBy>
  <cp:revision>1</cp:revision>
  <dcterms:created xsi:type="dcterms:W3CDTF">2026-06-08T05:57:12Z</dcterms:created>
  <dcterms:modified xsi:type="dcterms:W3CDTF">2026-06-08T05:57:12Z</dcterms:modified>
</cp:coreProperties>
</file>